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diagrams/data3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rawing2.xml" ContentType="application/vnd.ms-office.drawingml.diagramDrawing+xml"/>
  <Override PartName="/ppt/diagrams/quickStyle2.xml" ContentType="application/vnd.openxmlformats-officedocument.drawingml.diagramStyle+xml"/>
  <Override PartName="/ppt/diagrams/layout2.xml" ContentType="application/vnd.openxmlformats-officedocument.drawingml.diagramLayout+xml"/>
  <Override PartName="/ppt/diagrams/colors2.xml" ContentType="application/vnd.openxmlformats-officedocument.drawingml.diagramColors+xml"/>
  <Override PartName="/ppt/theme/themeOverride1.xml" ContentType="application/vnd.openxmlformats-officedocument.themeOverride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  <p:sldMasterId id="2147483713" r:id="rId2"/>
  </p:sldMasterIdLst>
  <p:notesMasterIdLst>
    <p:notesMasterId r:id="rId14"/>
  </p:notesMasterIdLst>
  <p:sldIdLst>
    <p:sldId id="2561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4" r:id="rId11"/>
    <p:sldId id="263" r:id="rId12"/>
    <p:sldId id="25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customXml" Target="../customXml/item3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customXml" Target="../customXml/item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5973C1-8ECF-45F5-A4B6-6C6959AE728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CF55AD0-C4CC-4D14-859E-CC4D5BCFAB28}">
      <dgm:prSet/>
      <dgm:spPr/>
      <dgm:t>
        <a:bodyPr/>
        <a:lstStyle/>
        <a:p>
          <a:r>
            <a:rPr lang="en-US"/>
            <a:t>Human-driven resolution causes delays and raises operational risk.</a:t>
          </a:r>
        </a:p>
      </dgm:t>
    </dgm:pt>
    <dgm:pt modelId="{3D04534A-19AB-4C59-8678-6104A98F795C}" type="parTrans" cxnId="{7804851F-EF54-4861-8495-7DEA0DD1C90B}">
      <dgm:prSet/>
      <dgm:spPr/>
      <dgm:t>
        <a:bodyPr/>
        <a:lstStyle/>
        <a:p>
          <a:endParaRPr lang="en-US"/>
        </a:p>
      </dgm:t>
    </dgm:pt>
    <dgm:pt modelId="{B5E303FA-FEAB-40BF-BA9F-87C1CB5529D8}" type="sibTrans" cxnId="{7804851F-EF54-4861-8495-7DEA0DD1C90B}">
      <dgm:prSet/>
      <dgm:spPr/>
      <dgm:t>
        <a:bodyPr/>
        <a:lstStyle/>
        <a:p>
          <a:endParaRPr lang="en-US"/>
        </a:p>
      </dgm:t>
    </dgm:pt>
    <dgm:pt modelId="{84018046-2C51-4080-945E-A8C9245A9323}">
      <dgm:prSet/>
      <dgm:spPr/>
      <dgm:t>
        <a:bodyPr/>
        <a:lstStyle/>
        <a:p>
          <a:r>
            <a:rPr lang="en-US" dirty="0"/>
            <a:t>Frequent alerts (disk space, service failures, driver crashes) overwhelm teams.</a:t>
          </a:r>
        </a:p>
      </dgm:t>
    </dgm:pt>
    <dgm:pt modelId="{657EFA52-0221-4172-85E7-5E185BDAF43E}" type="parTrans" cxnId="{64CCA368-6709-4C51-879A-4683FAD99904}">
      <dgm:prSet/>
      <dgm:spPr/>
      <dgm:t>
        <a:bodyPr/>
        <a:lstStyle/>
        <a:p>
          <a:endParaRPr lang="en-US"/>
        </a:p>
      </dgm:t>
    </dgm:pt>
    <dgm:pt modelId="{9F07C18A-926A-4DE4-B016-D6E556B7A716}" type="sibTrans" cxnId="{64CCA368-6709-4C51-879A-4683FAD99904}">
      <dgm:prSet/>
      <dgm:spPr/>
      <dgm:t>
        <a:bodyPr/>
        <a:lstStyle/>
        <a:p>
          <a:endParaRPr lang="en-US"/>
        </a:p>
      </dgm:t>
    </dgm:pt>
    <dgm:pt modelId="{B9B945D9-67C0-4F45-9749-AA99908EC8EE}">
      <dgm:prSet/>
      <dgm:spPr/>
      <dgm:t>
        <a:bodyPr/>
        <a:lstStyle/>
        <a:p>
          <a:r>
            <a:rPr lang="en-US"/>
            <a:t>Manual, reactive approaches do not scale for enterprise needs.</a:t>
          </a:r>
        </a:p>
      </dgm:t>
    </dgm:pt>
    <dgm:pt modelId="{2063C0BB-5232-458E-B58B-7D8DB4061AEA}" type="parTrans" cxnId="{D219742C-06C4-4718-ADF3-66C43C51F70E}">
      <dgm:prSet/>
      <dgm:spPr/>
      <dgm:t>
        <a:bodyPr/>
        <a:lstStyle/>
        <a:p>
          <a:endParaRPr lang="en-US"/>
        </a:p>
      </dgm:t>
    </dgm:pt>
    <dgm:pt modelId="{B887D6C4-1060-4610-B604-0B3381D7464A}" type="sibTrans" cxnId="{D219742C-06C4-4718-ADF3-66C43C51F70E}">
      <dgm:prSet/>
      <dgm:spPr/>
      <dgm:t>
        <a:bodyPr/>
        <a:lstStyle/>
        <a:p>
          <a:endParaRPr lang="en-US"/>
        </a:p>
      </dgm:t>
    </dgm:pt>
    <dgm:pt modelId="{8A2EAE12-8162-4E84-88CD-FDD5F1C29E66}">
      <dgm:prSet/>
      <dgm:spPr/>
      <dgm:t>
        <a:bodyPr/>
        <a:lstStyle/>
        <a:p>
          <a:r>
            <a:rPr lang="en-US"/>
            <a:t>Automation is required to reduce downtime and improve scalability.</a:t>
          </a:r>
        </a:p>
      </dgm:t>
    </dgm:pt>
    <dgm:pt modelId="{A9C28432-DDC7-42AF-8602-3D14E8D4745F}" type="parTrans" cxnId="{2FBF24D6-7CC1-406E-948D-B001AA3C070E}">
      <dgm:prSet/>
      <dgm:spPr/>
      <dgm:t>
        <a:bodyPr/>
        <a:lstStyle/>
        <a:p>
          <a:endParaRPr lang="en-US"/>
        </a:p>
      </dgm:t>
    </dgm:pt>
    <dgm:pt modelId="{5DB676C7-6FA7-4246-8B8A-917758CAA95B}" type="sibTrans" cxnId="{2FBF24D6-7CC1-406E-948D-B001AA3C070E}">
      <dgm:prSet/>
      <dgm:spPr/>
      <dgm:t>
        <a:bodyPr/>
        <a:lstStyle/>
        <a:p>
          <a:endParaRPr lang="en-US"/>
        </a:p>
      </dgm:t>
    </dgm:pt>
    <dgm:pt modelId="{762308E4-6C7E-4EB9-BFD2-E8B9432BB3DA}" type="pres">
      <dgm:prSet presAssocID="{D25973C1-8ECF-45F5-A4B6-6C6959AE7289}" presName="linear" presStyleCnt="0">
        <dgm:presLayoutVars>
          <dgm:animLvl val="lvl"/>
          <dgm:resizeHandles val="exact"/>
        </dgm:presLayoutVars>
      </dgm:prSet>
      <dgm:spPr/>
    </dgm:pt>
    <dgm:pt modelId="{2E7BBC82-FF72-4D0E-8509-E59E3828A2B0}" type="pres">
      <dgm:prSet presAssocID="{7CF55AD0-C4CC-4D14-859E-CC4D5BCFAB2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4F37B05-CD90-4C25-9870-61605BF3A76D}" type="pres">
      <dgm:prSet presAssocID="{B5E303FA-FEAB-40BF-BA9F-87C1CB5529D8}" presName="spacer" presStyleCnt="0"/>
      <dgm:spPr/>
    </dgm:pt>
    <dgm:pt modelId="{BC726E69-8BD4-42CA-9E93-EF567420D7F1}" type="pres">
      <dgm:prSet presAssocID="{84018046-2C51-4080-945E-A8C9245A932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13709D0-D997-46CA-9053-4A6A234DD54C}" type="pres">
      <dgm:prSet presAssocID="{9F07C18A-926A-4DE4-B016-D6E556B7A716}" presName="spacer" presStyleCnt="0"/>
      <dgm:spPr/>
    </dgm:pt>
    <dgm:pt modelId="{C5BE0C0F-566E-48A5-B7BD-68D47AD063AC}" type="pres">
      <dgm:prSet presAssocID="{B9B945D9-67C0-4F45-9749-AA99908EC8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1C57447-904B-4A35-8231-E6A9F51D2992}" type="pres">
      <dgm:prSet presAssocID="{B887D6C4-1060-4610-B604-0B3381D7464A}" presName="spacer" presStyleCnt="0"/>
      <dgm:spPr/>
    </dgm:pt>
    <dgm:pt modelId="{3F0F9E6C-ECA0-435F-9ADD-ED2C21019204}" type="pres">
      <dgm:prSet presAssocID="{8A2EAE12-8162-4E84-88CD-FDD5F1C29E6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804851F-EF54-4861-8495-7DEA0DD1C90B}" srcId="{D25973C1-8ECF-45F5-A4B6-6C6959AE7289}" destId="{7CF55AD0-C4CC-4D14-859E-CC4D5BCFAB28}" srcOrd="0" destOrd="0" parTransId="{3D04534A-19AB-4C59-8678-6104A98F795C}" sibTransId="{B5E303FA-FEAB-40BF-BA9F-87C1CB5529D8}"/>
    <dgm:cxn modelId="{D219742C-06C4-4718-ADF3-66C43C51F70E}" srcId="{D25973C1-8ECF-45F5-A4B6-6C6959AE7289}" destId="{B9B945D9-67C0-4F45-9749-AA99908EC8EE}" srcOrd="2" destOrd="0" parTransId="{2063C0BB-5232-458E-B58B-7D8DB4061AEA}" sibTransId="{B887D6C4-1060-4610-B604-0B3381D7464A}"/>
    <dgm:cxn modelId="{64CCA368-6709-4C51-879A-4683FAD99904}" srcId="{D25973C1-8ECF-45F5-A4B6-6C6959AE7289}" destId="{84018046-2C51-4080-945E-A8C9245A9323}" srcOrd="1" destOrd="0" parTransId="{657EFA52-0221-4172-85E7-5E185BDAF43E}" sibTransId="{9F07C18A-926A-4DE4-B016-D6E556B7A716}"/>
    <dgm:cxn modelId="{30C07249-C7B6-4C06-B826-F0DE66E3CF62}" type="presOf" srcId="{8A2EAE12-8162-4E84-88CD-FDD5F1C29E66}" destId="{3F0F9E6C-ECA0-435F-9ADD-ED2C21019204}" srcOrd="0" destOrd="0" presId="urn:microsoft.com/office/officeart/2005/8/layout/vList2"/>
    <dgm:cxn modelId="{76303179-65DA-4F55-9C70-F0C35BD2ECB0}" type="presOf" srcId="{7CF55AD0-C4CC-4D14-859E-CC4D5BCFAB28}" destId="{2E7BBC82-FF72-4D0E-8509-E59E3828A2B0}" srcOrd="0" destOrd="0" presId="urn:microsoft.com/office/officeart/2005/8/layout/vList2"/>
    <dgm:cxn modelId="{37D37659-D30C-4F62-8753-ADA24B05808C}" type="presOf" srcId="{D25973C1-8ECF-45F5-A4B6-6C6959AE7289}" destId="{762308E4-6C7E-4EB9-BFD2-E8B9432BB3DA}" srcOrd="0" destOrd="0" presId="urn:microsoft.com/office/officeart/2005/8/layout/vList2"/>
    <dgm:cxn modelId="{FAE317B1-43A7-4028-8DFD-05EF7E789088}" type="presOf" srcId="{84018046-2C51-4080-945E-A8C9245A9323}" destId="{BC726E69-8BD4-42CA-9E93-EF567420D7F1}" srcOrd="0" destOrd="0" presId="urn:microsoft.com/office/officeart/2005/8/layout/vList2"/>
    <dgm:cxn modelId="{2FBF24D6-7CC1-406E-948D-B001AA3C070E}" srcId="{D25973C1-8ECF-45F5-A4B6-6C6959AE7289}" destId="{8A2EAE12-8162-4E84-88CD-FDD5F1C29E66}" srcOrd="3" destOrd="0" parTransId="{A9C28432-DDC7-42AF-8602-3D14E8D4745F}" sibTransId="{5DB676C7-6FA7-4246-8B8A-917758CAA95B}"/>
    <dgm:cxn modelId="{1EB18FDD-310E-4062-8CAE-796F25A78926}" type="presOf" srcId="{B9B945D9-67C0-4F45-9749-AA99908EC8EE}" destId="{C5BE0C0F-566E-48A5-B7BD-68D47AD063AC}" srcOrd="0" destOrd="0" presId="urn:microsoft.com/office/officeart/2005/8/layout/vList2"/>
    <dgm:cxn modelId="{29522392-5C25-4568-86A4-827293FF31ED}" type="presParOf" srcId="{762308E4-6C7E-4EB9-BFD2-E8B9432BB3DA}" destId="{2E7BBC82-FF72-4D0E-8509-E59E3828A2B0}" srcOrd="0" destOrd="0" presId="urn:microsoft.com/office/officeart/2005/8/layout/vList2"/>
    <dgm:cxn modelId="{23BFC70C-E55E-4026-9F68-97280EDFDD5E}" type="presParOf" srcId="{762308E4-6C7E-4EB9-BFD2-E8B9432BB3DA}" destId="{24F37B05-CD90-4C25-9870-61605BF3A76D}" srcOrd="1" destOrd="0" presId="urn:microsoft.com/office/officeart/2005/8/layout/vList2"/>
    <dgm:cxn modelId="{E2A13756-46E5-40BC-AEFB-CEA7C519651D}" type="presParOf" srcId="{762308E4-6C7E-4EB9-BFD2-E8B9432BB3DA}" destId="{BC726E69-8BD4-42CA-9E93-EF567420D7F1}" srcOrd="2" destOrd="0" presId="urn:microsoft.com/office/officeart/2005/8/layout/vList2"/>
    <dgm:cxn modelId="{B2D72AC1-018D-4A3E-B2C5-306BEF3AA944}" type="presParOf" srcId="{762308E4-6C7E-4EB9-BFD2-E8B9432BB3DA}" destId="{C13709D0-D997-46CA-9053-4A6A234DD54C}" srcOrd="3" destOrd="0" presId="urn:microsoft.com/office/officeart/2005/8/layout/vList2"/>
    <dgm:cxn modelId="{1CAC862E-C85E-4E49-B8D8-E15676C63B19}" type="presParOf" srcId="{762308E4-6C7E-4EB9-BFD2-E8B9432BB3DA}" destId="{C5BE0C0F-566E-48A5-B7BD-68D47AD063AC}" srcOrd="4" destOrd="0" presId="urn:microsoft.com/office/officeart/2005/8/layout/vList2"/>
    <dgm:cxn modelId="{CC4F77EE-75B3-423E-AB72-9F25EF4678C6}" type="presParOf" srcId="{762308E4-6C7E-4EB9-BFD2-E8B9432BB3DA}" destId="{A1C57447-904B-4A35-8231-E6A9F51D2992}" srcOrd="5" destOrd="0" presId="urn:microsoft.com/office/officeart/2005/8/layout/vList2"/>
    <dgm:cxn modelId="{82F842EE-B650-403E-B65D-A5AD9991C0C4}" type="presParOf" srcId="{762308E4-6C7E-4EB9-BFD2-E8B9432BB3DA}" destId="{3F0F9E6C-ECA0-435F-9ADD-ED2C2101920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7BA6F5-486C-4034-A1F2-A5801B7969AF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FED0178-6762-439E-8C8C-2B4AB2EC3936}">
      <dgm:prSet/>
      <dgm:spPr/>
      <dgm:t>
        <a:bodyPr/>
        <a:lstStyle/>
        <a:p>
          <a:r>
            <a:rPr lang="en-US"/>
            <a:t>Automated detection and remediation for common alerts.</a:t>
          </a:r>
        </a:p>
      </dgm:t>
    </dgm:pt>
    <dgm:pt modelId="{4C911863-6035-4E78-AB90-5CD9ECE933AC}" type="parTrans" cxnId="{C0F04626-FF1A-4203-B1D2-BAC726B6146F}">
      <dgm:prSet/>
      <dgm:spPr/>
      <dgm:t>
        <a:bodyPr/>
        <a:lstStyle/>
        <a:p>
          <a:endParaRPr lang="en-US"/>
        </a:p>
      </dgm:t>
    </dgm:pt>
    <dgm:pt modelId="{AC644DB9-442B-457D-AC2C-6930C5FB02A7}" type="sibTrans" cxnId="{C0F04626-FF1A-4203-B1D2-BAC726B6146F}">
      <dgm:prSet/>
      <dgm:spPr/>
      <dgm:t>
        <a:bodyPr/>
        <a:lstStyle/>
        <a:p>
          <a:endParaRPr lang="en-US"/>
        </a:p>
      </dgm:t>
    </dgm:pt>
    <dgm:pt modelId="{A4BBCADE-BEF4-4530-A19D-BE5FF56AC74A}">
      <dgm:prSet/>
      <dgm:spPr/>
      <dgm:t>
        <a:bodyPr/>
        <a:lstStyle/>
        <a:p>
          <a:r>
            <a:rPr lang="en-US" dirty="0"/>
            <a:t>Execute predefined actions (restart services, clear temp files, notify admins).</a:t>
          </a:r>
        </a:p>
      </dgm:t>
    </dgm:pt>
    <dgm:pt modelId="{06B3FE12-CFB7-4D27-AAFF-C333F9063271}" type="parTrans" cxnId="{F763B032-83BC-4AFC-A958-9F695C8429F5}">
      <dgm:prSet/>
      <dgm:spPr/>
      <dgm:t>
        <a:bodyPr/>
        <a:lstStyle/>
        <a:p>
          <a:endParaRPr lang="en-US"/>
        </a:p>
      </dgm:t>
    </dgm:pt>
    <dgm:pt modelId="{662A6C7D-95E3-4EDD-B247-90B04AD088FC}" type="sibTrans" cxnId="{F763B032-83BC-4AFC-A958-9F695C8429F5}">
      <dgm:prSet/>
      <dgm:spPr/>
      <dgm:t>
        <a:bodyPr/>
        <a:lstStyle/>
        <a:p>
          <a:endParaRPr lang="en-US"/>
        </a:p>
      </dgm:t>
    </dgm:pt>
    <dgm:pt modelId="{BEF00511-E145-442A-9128-9C178FC7F27E}">
      <dgm:prSet/>
      <dgm:spPr/>
      <dgm:t>
        <a:bodyPr/>
        <a:lstStyle/>
        <a:p>
          <a:r>
            <a:rPr lang="en-US"/>
            <a:t>Admin review and approval before execution (human-in-the-loop).</a:t>
          </a:r>
        </a:p>
      </dgm:t>
    </dgm:pt>
    <dgm:pt modelId="{C310D72E-EF39-4B2C-B4B5-77C6C883F32B}" type="parTrans" cxnId="{1C5197FE-74B0-4724-9CA1-E283575EF736}">
      <dgm:prSet/>
      <dgm:spPr/>
      <dgm:t>
        <a:bodyPr/>
        <a:lstStyle/>
        <a:p>
          <a:endParaRPr lang="en-US"/>
        </a:p>
      </dgm:t>
    </dgm:pt>
    <dgm:pt modelId="{E7CFF63A-D167-4B0A-9DEC-6ECADEE44080}" type="sibTrans" cxnId="{1C5197FE-74B0-4724-9CA1-E283575EF736}">
      <dgm:prSet/>
      <dgm:spPr/>
      <dgm:t>
        <a:bodyPr/>
        <a:lstStyle/>
        <a:p>
          <a:endParaRPr lang="en-US"/>
        </a:p>
      </dgm:t>
    </dgm:pt>
    <dgm:pt modelId="{318AEC5F-755C-4C83-B930-09F57F4A17E1}">
      <dgm:prSet/>
      <dgm:spPr/>
      <dgm:t>
        <a:bodyPr/>
        <a:lstStyle/>
        <a:p>
          <a:r>
            <a:rPr lang="en-US" dirty="0"/>
            <a:t>Capture feedback to refine and expand rule sets.</a:t>
          </a:r>
        </a:p>
      </dgm:t>
    </dgm:pt>
    <dgm:pt modelId="{AC4ED817-838C-4C87-ADE5-2EF80D1EF3D3}" type="parTrans" cxnId="{CD5BDFD1-C540-4146-9807-8BF42FEC9CF0}">
      <dgm:prSet/>
      <dgm:spPr/>
      <dgm:t>
        <a:bodyPr/>
        <a:lstStyle/>
        <a:p>
          <a:endParaRPr lang="en-US"/>
        </a:p>
      </dgm:t>
    </dgm:pt>
    <dgm:pt modelId="{AAF10D29-9CC7-417D-B61E-AE3506BB2C90}" type="sibTrans" cxnId="{CD5BDFD1-C540-4146-9807-8BF42FEC9CF0}">
      <dgm:prSet/>
      <dgm:spPr/>
      <dgm:t>
        <a:bodyPr/>
        <a:lstStyle/>
        <a:p>
          <a:endParaRPr lang="en-US"/>
        </a:p>
      </dgm:t>
    </dgm:pt>
    <dgm:pt modelId="{CB25998D-82BB-4C95-9FD4-8D86F14BF788}" type="pres">
      <dgm:prSet presAssocID="{147BA6F5-486C-4034-A1F2-A5801B7969AF}" presName="diagram" presStyleCnt="0">
        <dgm:presLayoutVars>
          <dgm:dir/>
          <dgm:resizeHandles val="exact"/>
        </dgm:presLayoutVars>
      </dgm:prSet>
      <dgm:spPr/>
    </dgm:pt>
    <dgm:pt modelId="{DD066EF3-0B4E-4E6F-BC6C-E42DA04C5E35}" type="pres">
      <dgm:prSet presAssocID="{AFED0178-6762-439E-8C8C-2B4AB2EC3936}" presName="node" presStyleLbl="node1" presStyleIdx="0" presStyleCnt="4">
        <dgm:presLayoutVars>
          <dgm:bulletEnabled val="1"/>
        </dgm:presLayoutVars>
      </dgm:prSet>
      <dgm:spPr/>
    </dgm:pt>
    <dgm:pt modelId="{57229E19-CC69-4757-A5AA-527D24A6155E}" type="pres">
      <dgm:prSet presAssocID="{AC644DB9-442B-457D-AC2C-6930C5FB02A7}" presName="sibTrans" presStyleCnt="0"/>
      <dgm:spPr/>
    </dgm:pt>
    <dgm:pt modelId="{19E5E81B-F551-4747-9545-8E83B997355B}" type="pres">
      <dgm:prSet presAssocID="{A4BBCADE-BEF4-4530-A19D-BE5FF56AC74A}" presName="node" presStyleLbl="node1" presStyleIdx="1" presStyleCnt="4">
        <dgm:presLayoutVars>
          <dgm:bulletEnabled val="1"/>
        </dgm:presLayoutVars>
      </dgm:prSet>
      <dgm:spPr/>
    </dgm:pt>
    <dgm:pt modelId="{71FBED30-9147-499F-922C-B95D2905CB34}" type="pres">
      <dgm:prSet presAssocID="{662A6C7D-95E3-4EDD-B247-90B04AD088FC}" presName="sibTrans" presStyleCnt="0"/>
      <dgm:spPr/>
    </dgm:pt>
    <dgm:pt modelId="{C6246BAD-FCCA-4E9C-98B6-F49FF38B4F2C}" type="pres">
      <dgm:prSet presAssocID="{BEF00511-E145-442A-9128-9C178FC7F27E}" presName="node" presStyleLbl="node1" presStyleIdx="2" presStyleCnt="4">
        <dgm:presLayoutVars>
          <dgm:bulletEnabled val="1"/>
        </dgm:presLayoutVars>
      </dgm:prSet>
      <dgm:spPr/>
    </dgm:pt>
    <dgm:pt modelId="{AE2D53B9-1F1E-4955-8F5E-CE76273058A3}" type="pres">
      <dgm:prSet presAssocID="{E7CFF63A-D167-4B0A-9DEC-6ECADEE44080}" presName="sibTrans" presStyleCnt="0"/>
      <dgm:spPr/>
    </dgm:pt>
    <dgm:pt modelId="{A35A5382-C0E4-4207-9284-80D334BFAFD5}" type="pres">
      <dgm:prSet presAssocID="{318AEC5F-755C-4C83-B930-09F57F4A17E1}" presName="node" presStyleLbl="node1" presStyleIdx="3" presStyleCnt="4">
        <dgm:presLayoutVars>
          <dgm:bulletEnabled val="1"/>
        </dgm:presLayoutVars>
      </dgm:prSet>
      <dgm:spPr/>
    </dgm:pt>
  </dgm:ptLst>
  <dgm:cxnLst>
    <dgm:cxn modelId="{C0F04626-FF1A-4203-B1D2-BAC726B6146F}" srcId="{147BA6F5-486C-4034-A1F2-A5801B7969AF}" destId="{AFED0178-6762-439E-8C8C-2B4AB2EC3936}" srcOrd="0" destOrd="0" parTransId="{4C911863-6035-4E78-AB90-5CD9ECE933AC}" sibTransId="{AC644DB9-442B-457D-AC2C-6930C5FB02A7}"/>
    <dgm:cxn modelId="{F763B032-83BC-4AFC-A958-9F695C8429F5}" srcId="{147BA6F5-486C-4034-A1F2-A5801B7969AF}" destId="{A4BBCADE-BEF4-4530-A19D-BE5FF56AC74A}" srcOrd="1" destOrd="0" parTransId="{06B3FE12-CFB7-4D27-AAFF-C333F9063271}" sibTransId="{662A6C7D-95E3-4EDD-B247-90B04AD088FC}"/>
    <dgm:cxn modelId="{000EF65C-F490-4885-B377-2754EB6FD596}" type="presOf" srcId="{318AEC5F-755C-4C83-B930-09F57F4A17E1}" destId="{A35A5382-C0E4-4207-9284-80D334BFAFD5}" srcOrd="0" destOrd="0" presId="urn:microsoft.com/office/officeart/2005/8/layout/default"/>
    <dgm:cxn modelId="{3662B366-B09C-40C3-8BDE-4C567AB9C20B}" type="presOf" srcId="{147BA6F5-486C-4034-A1F2-A5801B7969AF}" destId="{CB25998D-82BB-4C95-9FD4-8D86F14BF788}" srcOrd="0" destOrd="0" presId="urn:microsoft.com/office/officeart/2005/8/layout/default"/>
    <dgm:cxn modelId="{10D362B6-93CC-47B7-B1E0-CBDB21ED3579}" type="presOf" srcId="{BEF00511-E145-442A-9128-9C178FC7F27E}" destId="{C6246BAD-FCCA-4E9C-98B6-F49FF38B4F2C}" srcOrd="0" destOrd="0" presId="urn:microsoft.com/office/officeart/2005/8/layout/default"/>
    <dgm:cxn modelId="{7F7468D0-F6C6-4129-BAD6-A2CC5FDFB8D1}" type="presOf" srcId="{A4BBCADE-BEF4-4530-A19D-BE5FF56AC74A}" destId="{19E5E81B-F551-4747-9545-8E83B997355B}" srcOrd="0" destOrd="0" presId="urn:microsoft.com/office/officeart/2005/8/layout/default"/>
    <dgm:cxn modelId="{CD5BDFD1-C540-4146-9807-8BF42FEC9CF0}" srcId="{147BA6F5-486C-4034-A1F2-A5801B7969AF}" destId="{318AEC5F-755C-4C83-B930-09F57F4A17E1}" srcOrd="3" destOrd="0" parTransId="{AC4ED817-838C-4C87-ADE5-2EF80D1EF3D3}" sibTransId="{AAF10D29-9CC7-417D-B61E-AE3506BB2C90}"/>
    <dgm:cxn modelId="{146757F6-C991-49B7-986B-01EE7DFA3BF6}" type="presOf" srcId="{AFED0178-6762-439E-8C8C-2B4AB2EC3936}" destId="{DD066EF3-0B4E-4E6F-BC6C-E42DA04C5E35}" srcOrd="0" destOrd="0" presId="urn:microsoft.com/office/officeart/2005/8/layout/default"/>
    <dgm:cxn modelId="{1C5197FE-74B0-4724-9CA1-E283575EF736}" srcId="{147BA6F5-486C-4034-A1F2-A5801B7969AF}" destId="{BEF00511-E145-442A-9128-9C178FC7F27E}" srcOrd="2" destOrd="0" parTransId="{C310D72E-EF39-4B2C-B4B5-77C6C883F32B}" sibTransId="{E7CFF63A-D167-4B0A-9DEC-6ECADEE44080}"/>
    <dgm:cxn modelId="{CF586658-3321-4145-AD6C-9223A86D438D}" type="presParOf" srcId="{CB25998D-82BB-4C95-9FD4-8D86F14BF788}" destId="{DD066EF3-0B4E-4E6F-BC6C-E42DA04C5E35}" srcOrd="0" destOrd="0" presId="urn:microsoft.com/office/officeart/2005/8/layout/default"/>
    <dgm:cxn modelId="{367F8CC7-D431-4CA5-96FF-4E36E56F843C}" type="presParOf" srcId="{CB25998D-82BB-4C95-9FD4-8D86F14BF788}" destId="{57229E19-CC69-4757-A5AA-527D24A6155E}" srcOrd="1" destOrd="0" presId="urn:microsoft.com/office/officeart/2005/8/layout/default"/>
    <dgm:cxn modelId="{7D3F59F9-0CD0-41B1-92C5-3D28E287093E}" type="presParOf" srcId="{CB25998D-82BB-4C95-9FD4-8D86F14BF788}" destId="{19E5E81B-F551-4747-9545-8E83B997355B}" srcOrd="2" destOrd="0" presId="urn:microsoft.com/office/officeart/2005/8/layout/default"/>
    <dgm:cxn modelId="{C77DD20A-6F4F-4783-8CDB-FB95C3035E46}" type="presParOf" srcId="{CB25998D-82BB-4C95-9FD4-8D86F14BF788}" destId="{71FBED30-9147-499F-922C-B95D2905CB34}" srcOrd="3" destOrd="0" presId="urn:microsoft.com/office/officeart/2005/8/layout/default"/>
    <dgm:cxn modelId="{5B268C05-0929-4C4A-B74E-12093CA3DF77}" type="presParOf" srcId="{CB25998D-82BB-4C95-9FD4-8D86F14BF788}" destId="{C6246BAD-FCCA-4E9C-98B6-F49FF38B4F2C}" srcOrd="4" destOrd="0" presId="urn:microsoft.com/office/officeart/2005/8/layout/default"/>
    <dgm:cxn modelId="{E3620AD8-B05E-45D6-B23A-9A1D836D19BA}" type="presParOf" srcId="{CB25998D-82BB-4C95-9FD4-8D86F14BF788}" destId="{AE2D53B9-1F1E-4955-8F5E-CE76273058A3}" srcOrd="5" destOrd="0" presId="urn:microsoft.com/office/officeart/2005/8/layout/default"/>
    <dgm:cxn modelId="{02C6E51A-F708-464F-BE9A-9944BE09001B}" type="presParOf" srcId="{CB25998D-82BB-4C95-9FD4-8D86F14BF788}" destId="{A35A5382-C0E4-4207-9284-80D334BFAFD5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05E0F2-7B7E-4A54-AE16-3C350A785A8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7A84F1-19B7-4E59-88AF-40193E987E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Technologies: PowerShell, Python, WMI, HTML/CSS/JSS/Power Bi.</a:t>
          </a:r>
        </a:p>
      </dgm:t>
    </dgm:pt>
    <dgm:pt modelId="{9DA3343A-C5B6-48C5-A1C7-DC95B2CBF41E}" type="parTrans" cxnId="{19BD6A3C-72FE-4D1C-9FBA-B004096C8F25}">
      <dgm:prSet/>
      <dgm:spPr/>
      <dgm:t>
        <a:bodyPr/>
        <a:lstStyle/>
        <a:p>
          <a:endParaRPr lang="en-US"/>
        </a:p>
      </dgm:t>
    </dgm:pt>
    <dgm:pt modelId="{4B4EEC92-5666-41B6-9FC3-6D1767FB1FFC}" type="sibTrans" cxnId="{19BD6A3C-72FE-4D1C-9FBA-B004096C8F25}">
      <dgm:prSet/>
      <dgm:spPr/>
      <dgm:t>
        <a:bodyPr/>
        <a:lstStyle/>
        <a:p>
          <a:endParaRPr lang="en-US"/>
        </a:p>
      </dgm:t>
    </dgm:pt>
    <dgm:pt modelId="{CDB9C1A8-CB16-42C9-AEDF-3F13A18D47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Tools: : Windows Event Viewer, Task Scheduler, audit/logging.</a:t>
          </a:r>
        </a:p>
      </dgm:t>
    </dgm:pt>
    <dgm:pt modelId="{8AC2AA65-A447-4484-8173-EDDE8BF28F11}" type="parTrans" cxnId="{C1194E0C-29DE-4626-B4A3-0499C1E5A8AF}">
      <dgm:prSet/>
      <dgm:spPr/>
      <dgm:t>
        <a:bodyPr/>
        <a:lstStyle/>
        <a:p>
          <a:endParaRPr lang="en-US"/>
        </a:p>
      </dgm:t>
    </dgm:pt>
    <dgm:pt modelId="{93DD2092-109D-423F-9879-F965CAD8DC7F}" type="sibTrans" cxnId="{C1194E0C-29DE-4626-B4A3-0499C1E5A8AF}">
      <dgm:prSet/>
      <dgm:spPr/>
      <dgm:t>
        <a:bodyPr/>
        <a:lstStyle/>
        <a:p>
          <a:endParaRPr lang="en-US"/>
        </a:p>
      </dgm:t>
    </dgm:pt>
    <dgm:pt modelId="{F16E71E3-A648-499D-9035-DBDBDA00AB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Skills: Windows admin, automation scripting, event log analysis, HTML/CSS/JSS/Power bi, workflow design.</a:t>
          </a:r>
        </a:p>
      </dgm:t>
    </dgm:pt>
    <dgm:pt modelId="{46802988-92B1-4401-BC5D-4CFFF91CA8D0}" type="parTrans" cxnId="{C2E74FCA-DA25-4475-8DAA-293EBD14C15C}">
      <dgm:prSet/>
      <dgm:spPr/>
      <dgm:t>
        <a:bodyPr/>
        <a:lstStyle/>
        <a:p>
          <a:endParaRPr lang="en-US"/>
        </a:p>
      </dgm:t>
    </dgm:pt>
    <dgm:pt modelId="{9CB5CC7E-F709-4685-9B8F-7B8ED95A05A6}" type="sibTrans" cxnId="{C2E74FCA-DA25-4475-8DAA-293EBD14C15C}">
      <dgm:prSet/>
      <dgm:spPr/>
      <dgm:t>
        <a:bodyPr/>
        <a:lstStyle/>
        <a:p>
          <a:endParaRPr lang="en-US"/>
        </a:p>
      </dgm:t>
    </dgm:pt>
    <dgm:pt modelId="{2508246A-0916-468D-89A6-565E4563ABC0}" type="pres">
      <dgm:prSet presAssocID="{9105E0F2-7B7E-4A54-AE16-3C350A785A81}" presName="root" presStyleCnt="0">
        <dgm:presLayoutVars>
          <dgm:dir/>
          <dgm:resizeHandles val="exact"/>
        </dgm:presLayoutVars>
      </dgm:prSet>
      <dgm:spPr/>
    </dgm:pt>
    <dgm:pt modelId="{12F09462-2060-4BD0-B8A7-79CB6EC09A22}" type="pres">
      <dgm:prSet presAssocID="{B57A84F1-19B7-4E59-88AF-40193E987EAD}" presName="compNode" presStyleCnt="0"/>
      <dgm:spPr/>
    </dgm:pt>
    <dgm:pt modelId="{23760F4E-4202-4DF1-965D-008551BB04CD}" type="pres">
      <dgm:prSet presAssocID="{B57A84F1-19B7-4E59-88AF-40193E987EAD}" presName="bgRect" presStyleLbl="bgShp" presStyleIdx="0" presStyleCnt="3"/>
      <dgm:spPr/>
    </dgm:pt>
    <dgm:pt modelId="{67E6714F-B719-4851-9731-D6B8E8009E73}" type="pres">
      <dgm:prSet presAssocID="{B57A84F1-19B7-4E59-88AF-40193E987EA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ell"/>
        </a:ext>
      </dgm:extLst>
    </dgm:pt>
    <dgm:pt modelId="{C525642E-F9F7-4FB4-9C67-30BBE689009D}" type="pres">
      <dgm:prSet presAssocID="{B57A84F1-19B7-4E59-88AF-40193E987EAD}" presName="spaceRect" presStyleCnt="0"/>
      <dgm:spPr/>
    </dgm:pt>
    <dgm:pt modelId="{CFA6D0C6-E3D0-46ED-845A-E65142889FEF}" type="pres">
      <dgm:prSet presAssocID="{B57A84F1-19B7-4E59-88AF-40193E987EAD}" presName="parTx" presStyleLbl="revTx" presStyleIdx="0" presStyleCnt="3">
        <dgm:presLayoutVars>
          <dgm:chMax val="0"/>
          <dgm:chPref val="0"/>
        </dgm:presLayoutVars>
      </dgm:prSet>
      <dgm:spPr/>
    </dgm:pt>
    <dgm:pt modelId="{FD15F258-C4D4-4DE3-A057-599627BB51C8}" type="pres">
      <dgm:prSet presAssocID="{4B4EEC92-5666-41B6-9FC3-6D1767FB1FFC}" presName="sibTrans" presStyleCnt="0"/>
      <dgm:spPr/>
    </dgm:pt>
    <dgm:pt modelId="{F47A3FB9-7FC2-49F1-B5A7-FDB071CF58EC}" type="pres">
      <dgm:prSet presAssocID="{CDB9C1A8-CB16-42C9-AEDF-3F13A18D4783}" presName="compNode" presStyleCnt="0"/>
      <dgm:spPr/>
    </dgm:pt>
    <dgm:pt modelId="{AFEC97BA-FFA8-4368-B799-E8F85B01CE87}" type="pres">
      <dgm:prSet presAssocID="{CDB9C1A8-CB16-42C9-AEDF-3F13A18D4783}" presName="bgRect" presStyleLbl="bgShp" presStyleIdx="1" presStyleCnt="3"/>
      <dgm:spPr/>
    </dgm:pt>
    <dgm:pt modelId="{270709EC-BCAC-489A-AE73-420295D8E9DD}" type="pres">
      <dgm:prSet presAssocID="{CDB9C1A8-CB16-42C9-AEDF-3F13A18D478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80688CA-0292-4A76-9F71-83F7B28A0CB0}" type="pres">
      <dgm:prSet presAssocID="{CDB9C1A8-CB16-42C9-AEDF-3F13A18D4783}" presName="spaceRect" presStyleCnt="0"/>
      <dgm:spPr/>
    </dgm:pt>
    <dgm:pt modelId="{975F5EE7-96C6-4096-8A8F-5D9F62011FDA}" type="pres">
      <dgm:prSet presAssocID="{CDB9C1A8-CB16-42C9-AEDF-3F13A18D4783}" presName="parTx" presStyleLbl="revTx" presStyleIdx="1" presStyleCnt="3">
        <dgm:presLayoutVars>
          <dgm:chMax val="0"/>
          <dgm:chPref val="0"/>
        </dgm:presLayoutVars>
      </dgm:prSet>
      <dgm:spPr/>
    </dgm:pt>
    <dgm:pt modelId="{1EE9A3FA-CEE2-4DA0-B6F5-40F0545AA23F}" type="pres">
      <dgm:prSet presAssocID="{93DD2092-109D-423F-9879-F965CAD8DC7F}" presName="sibTrans" presStyleCnt="0"/>
      <dgm:spPr/>
    </dgm:pt>
    <dgm:pt modelId="{ADDA18C6-8726-49DF-96D1-8D541E9E2B8D}" type="pres">
      <dgm:prSet presAssocID="{F16E71E3-A648-499D-9035-DBDBDA00ABE3}" presName="compNode" presStyleCnt="0"/>
      <dgm:spPr/>
    </dgm:pt>
    <dgm:pt modelId="{FA60EDCC-EF9D-42F0-818A-C7F4110FAAE5}" type="pres">
      <dgm:prSet presAssocID="{F16E71E3-A648-499D-9035-DBDBDA00ABE3}" presName="bgRect" presStyleLbl="bgShp" presStyleIdx="2" presStyleCnt="3"/>
      <dgm:spPr/>
    </dgm:pt>
    <dgm:pt modelId="{3EE9D945-0047-48E2-8A17-D2A740A2B25F}" type="pres">
      <dgm:prSet presAssocID="{F16E71E3-A648-499D-9035-DBDBDA00ABE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C58DF35-3A74-4365-868A-3CFA95D5A76E}" type="pres">
      <dgm:prSet presAssocID="{F16E71E3-A648-499D-9035-DBDBDA00ABE3}" presName="spaceRect" presStyleCnt="0"/>
      <dgm:spPr/>
    </dgm:pt>
    <dgm:pt modelId="{F3EF84DE-DE08-4603-BC7F-26C5C74F8D6C}" type="pres">
      <dgm:prSet presAssocID="{F16E71E3-A648-499D-9035-DBDBDA00ABE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1194E0C-29DE-4626-B4A3-0499C1E5A8AF}" srcId="{9105E0F2-7B7E-4A54-AE16-3C350A785A81}" destId="{CDB9C1A8-CB16-42C9-AEDF-3F13A18D4783}" srcOrd="1" destOrd="0" parTransId="{8AC2AA65-A447-4484-8173-EDDE8BF28F11}" sibTransId="{93DD2092-109D-423F-9879-F965CAD8DC7F}"/>
    <dgm:cxn modelId="{2799EB1C-D56C-4087-AF47-AF15BBC7A428}" type="presOf" srcId="{B57A84F1-19B7-4E59-88AF-40193E987EAD}" destId="{CFA6D0C6-E3D0-46ED-845A-E65142889FEF}" srcOrd="0" destOrd="0" presId="urn:microsoft.com/office/officeart/2018/2/layout/IconVerticalSolidList"/>
    <dgm:cxn modelId="{A647B32D-249B-42EA-9EAD-F6A9133A27F4}" type="presOf" srcId="{CDB9C1A8-CB16-42C9-AEDF-3F13A18D4783}" destId="{975F5EE7-96C6-4096-8A8F-5D9F62011FDA}" srcOrd="0" destOrd="0" presId="urn:microsoft.com/office/officeart/2018/2/layout/IconVerticalSolidList"/>
    <dgm:cxn modelId="{19BD6A3C-72FE-4D1C-9FBA-B004096C8F25}" srcId="{9105E0F2-7B7E-4A54-AE16-3C350A785A81}" destId="{B57A84F1-19B7-4E59-88AF-40193E987EAD}" srcOrd="0" destOrd="0" parTransId="{9DA3343A-C5B6-48C5-A1C7-DC95B2CBF41E}" sibTransId="{4B4EEC92-5666-41B6-9FC3-6D1767FB1FFC}"/>
    <dgm:cxn modelId="{8929FA44-9598-41FC-8161-322CA5AB5B6E}" type="presOf" srcId="{9105E0F2-7B7E-4A54-AE16-3C350A785A81}" destId="{2508246A-0916-468D-89A6-565E4563ABC0}" srcOrd="0" destOrd="0" presId="urn:microsoft.com/office/officeart/2018/2/layout/IconVerticalSolidList"/>
    <dgm:cxn modelId="{05CA4570-4774-46A8-8B1D-47FA6E3F82FC}" type="presOf" srcId="{F16E71E3-A648-499D-9035-DBDBDA00ABE3}" destId="{F3EF84DE-DE08-4603-BC7F-26C5C74F8D6C}" srcOrd="0" destOrd="0" presId="urn:microsoft.com/office/officeart/2018/2/layout/IconVerticalSolidList"/>
    <dgm:cxn modelId="{C2E74FCA-DA25-4475-8DAA-293EBD14C15C}" srcId="{9105E0F2-7B7E-4A54-AE16-3C350A785A81}" destId="{F16E71E3-A648-499D-9035-DBDBDA00ABE3}" srcOrd="2" destOrd="0" parTransId="{46802988-92B1-4401-BC5D-4CFFF91CA8D0}" sibTransId="{9CB5CC7E-F709-4685-9B8F-7B8ED95A05A6}"/>
    <dgm:cxn modelId="{74B26596-BDAB-4B47-9BF6-686E9EF77B4C}" type="presParOf" srcId="{2508246A-0916-468D-89A6-565E4563ABC0}" destId="{12F09462-2060-4BD0-B8A7-79CB6EC09A22}" srcOrd="0" destOrd="0" presId="urn:microsoft.com/office/officeart/2018/2/layout/IconVerticalSolidList"/>
    <dgm:cxn modelId="{7AFCBBA3-D35F-4F27-98D3-3984FE7E0A9B}" type="presParOf" srcId="{12F09462-2060-4BD0-B8A7-79CB6EC09A22}" destId="{23760F4E-4202-4DF1-965D-008551BB04CD}" srcOrd="0" destOrd="0" presId="urn:microsoft.com/office/officeart/2018/2/layout/IconVerticalSolidList"/>
    <dgm:cxn modelId="{247CDE5E-CFD4-44DF-992D-F639D9B28BBB}" type="presParOf" srcId="{12F09462-2060-4BD0-B8A7-79CB6EC09A22}" destId="{67E6714F-B719-4851-9731-D6B8E8009E73}" srcOrd="1" destOrd="0" presId="urn:microsoft.com/office/officeart/2018/2/layout/IconVerticalSolidList"/>
    <dgm:cxn modelId="{A60995A6-D429-4D38-8012-4AFF46E7A748}" type="presParOf" srcId="{12F09462-2060-4BD0-B8A7-79CB6EC09A22}" destId="{C525642E-F9F7-4FB4-9C67-30BBE689009D}" srcOrd="2" destOrd="0" presId="urn:microsoft.com/office/officeart/2018/2/layout/IconVerticalSolidList"/>
    <dgm:cxn modelId="{CEB802E7-C457-4963-ABAC-668DFF930689}" type="presParOf" srcId="{12F09462-2060-4BD0-B8A7-79CB6EC09A22}" destId="{CFA6D0C6-E3D0-46ED-845A-E65142889FEF}" srcOrd="3" destOrd="0" presId="urn:microsoft.com/office/officeart/2018/2/layout/IconVerticalSolidList"/>
    <dgm:cxn modelId="{C8329E31-D88A-4992-B6B0-199F5B32D399}" type="presParOf" srcId="{2508246A-0916-468D-89A6-565E4563ABC0}" destId="{FD15F258-C4D4-4DE3-A057-599627BB51C8}" srcOrd="1" destOrd="0" presId="urn:microsoft.com/office/officeart/2018/2/layout/IconVerticalSolidList"/>
    <dgm:cxn modelId="{C6D62459-E5B9-4473-B25F-AB27888B4C6D}" type="presParOf" srcId="{2508246A-0916-468D-89A6-565E4563ABC0}" destId="{F47A3FB9-7FC2-49F1-B5A7-FDB071CF58EC}" srcOrd="2" destOrd="0" presId="urn:microsoft.com/office/officeart/2018/2/layout/IconVerticalSolidList"/>
    <dgm:cxn modelId="{A0C4C234-B7A4-4340-BF76-97FCC6F3A030}" type="presParOf" srcId="{F47A3FB9-7FC2-49F1-B5A7-FDB071CF58EC}" destId="{AFEC97BA-FFA8-4368-B799-E8F85B01CE87}" srcOrd="0" destOrd="0" presId="urn:microsoft.com/office/officeart/2018/2/layout/IconVerticalSolidList"/>
    <dgm:cxn modelId="{2E073007-981F-40CE-B606-70530D09237F}" type="presParOf" srcId="{F47A3FB9-7FC2-49F1-B5A7-FDB071CF58EC}" destId="{270709EC-BCAC-489A-AE73-420295D8E9DD}" srcOrd="1" destOrd="0" presId="urn:microsoft.com/office/officeart/2018/2/layout/IconVerticalSolidList"/>
    <dgm:cxn modelId="{E18D7A5E-058E-455A-85AA-8642C832AEBB}" type="presParOf" srcId="{F47A3FB9-7FC2-49F1-B5A7-FDB071CF58EC}" destId="{F80688CA-0292-4A76-9F71-83F7B28A0CB0}" srcOrd="2" destOrd="0" presId="urn:microsoft.com/office/officeart/2018/2/layout/IconVerticalSolidList"/>
    <dgm:cxn modelId="{2562427A-0B74-4CB4-8241-53D001468363}" type="presParOf" srcId="{F47A3FB9-7FC2-49F1-B5A7-FDB071CF58EC}" destId="{975F5EE7-96C6-4096-8A8F-5D9F62011FDA}" srcOrd="3" destOrd="0" presId="urn:microsoft.com/office/officeart/2018/2/layout/IconVerticalSolidList"/>
    <dgm:cxn modelId="{5F0E91DE-A7FF-4AB2-91A0-53EC60B7B9E2}" type="presParOf" srcId="{2508246A-0916-468D-89A6-565E4563ABC0}" destId="{1EE9A3FA-CEE2-4DA0-B6F5-40F0545AA23F}" srcOrd="3" destOrd="0" presId="urn:microsoft.com/office/officeart/2018/2/layout/IconVerticalSolidList"/>
    <dgm:cxn modelId="{7E16B014-F8B5-45B2-BCBC-D992801B2FAD}" type="presParOf" srcId="{2508246A-0916-468D-89A6-565E4563ABC0}" destId="{ADDA18C6-8726-49DF-96D1-8D541E9E2B8D}" srcOrd="4" destOrd="0" presId="urn:microsoft.com/office/officeart/2018/2/layout/IconVerticalSolidList"/>
    <dgm:cxn modelId="{39B1DF5A-6808-43E4-BAFC-E85D581B193A}" type="presParOf" srcId="{ADDA18C6-8726-49DF-96D1-8D541E9E2B8D}" destId="{FA60EDCC-EF9D-42F0-818A-C7F4110FAAE5}" srcOrd="0" destOrd="0" presId="urn:microsoft.com/office/officeart/2018/2/layout/IconVerticalSolidList"/>
    <dgm:cxn modelId="{95BA845D-7B30-453B-94B1-71BE7803C3E5}" type="presParOf" srcId="{ADDA18C6-8726-49DF-96D1-8D541E9E2B8D}" destId="{3EE9D945-0047-48E2-8A17-D2A740A2B25F}" srcOrd="1" destOrd="0" presId="urn:microsoft.com/office/officeart/2018/2/layout/IconVerticalSolidList"/>
    <dgm:cxn modelId="{54A26F1A-8354-4ADF-B7A8-D67855CCD295}" type="presParOf" srcId="{ADDA18C6-8726-49DF-96D1-8D541E9E2B8D}" destId="{DC58DF35-3A74-4365-868A-3CFA95D5A76E}" srcOrd="2" destOrd="0" presId="urn:microsoft.com/office/officeart/2018/2/layout/IconVerticalSolidList"/>
    <dgm:cxn modelId="{FC6222A5-5401-486C-846F-110546F3533F}" type="presParOf" srcId="{ADDA18C6-8726-49DF-96D1-8D541E9E2B8D}" destId="{F3EF84DE-DE08-4603-BC7F-26C5C74F8D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7BBC82-FF72-4D0E-8509-E59E3828A2B0}">
      <dsp:nvSpPr>
        <dsp:cNvPr id="0" name=""/>
        <dsp:cNvSpPr/>
      </dsp:nvSpPr>
      <dsp:spPr>
        <a:xfrm>
          <a:off x="0" y="5843"/>
          <a:ext cx="4683949" cy="13425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Human-driven resolution causes delays and raises operational risk.</a:t>
          </a:r>
        </a:p>
      </dsp:txBody>
      <dsp:txXfrm>
        <a:off x="65539" y="71382"/>
        <a:ext cx="4552871" cy="1211496"/>
      </dsp:txXfrm>
    </dsp:sp>
    <dsp:sp modelId="{BC726E69-8BD4-42CA-9E93-EF567420D7F1}">
      <dsp:nvSpPr>
        <dsp:cNvPr id="0" name=""/>
        <dsp:cNvSpPr/>
      </dsp:nvSpPr>
      <dsp:spPr>
        <a:xfrm>
          <a:off x="0" y="1417538"/>
          <a:ext cx="4683949" cy="1342574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Frequent alerts (disk space, service failures, driver crashes) overwhelm teams.</a:t>
          </a:r>
        </a:p>
      </dsp:txBody>
      <dsp:txXfrm>
        <a:off x="65539" y="1483077"/>
        <a:ext cx="4552871" cy="1211496"/>
      </dsp:txXfrm>
    </dsp:sp>
    <dsp:sp modelId="{C5BE0C0F-566E-48A5-B7BD-68D47AD063AC}">
      <dsp:nvSpPr>
        <dsp:cNvPr id="0" name=""/>
        <dsp:cNvSpPr/>
      </dsp:nvSpPr>
      <dsp:spPr>
        <a:xfrm>
          <a:off x="0" y="2829233"/>
          <a:ext cx="4683949" cy="1342574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Manual, reactive approaches do not scale for enterprise needs.</a:t>
          </a:r>
        </a:p>
      </dsp:txBody>
      <dsp:txXfrm>
        <a:off x="65539" y="2894772"/>
        <a:ext cx="4552871" cy="1211496"/>
      </dsp:txXfrm>
    </dsp:sp>
    <dsp:sp modelId="{3F0F9E6C-ECA0-435F-9ADD-ED2C21019204}">
      <dsp:nvSpPr>
        <dsp:cNvPr id="0" name=""/>
        <dsp:cNvSpPr/>
      </dsp:nvSpPr>
      <dsp:spPr>
        <a:xfrm>
          <a:off x="0" y="4240928"/>
          <a:ext cx="4683949" cy="1342574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Automation is required to reduce downtime and improve scalability.</a:t>
          </a:r>
        </a:p>
      </dsp:txBody>
      <dsp:txXfrm>
        <a:off x="65539" y="4306467"/>
        <a:ext cx="4552871" cy="12114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066EF3-0B4E-4E6F-BC6C-E42DA04C5E35}">
      <dsp:nvSpPr>
        <dsp:cNvPr id="0" name=""/>
        <dsp:cNvSpPr/>
      </dsp:nvSpPr>
      <dsp:spPr>
        <a:xfrm>
          <a:off x="429570" y="472"/>
          <a:ext cx="3346456" cy="20078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Automated detection and remediation for common alerts.</a:t>
          </a:r>
        </a:p>
      </dsp:txBody>
      <dsp:txXfrm>
        <a:off x="429570" y="472"/>
        <a:ext cx="3346456" cy="2007873"/>
      </dsp:txXfrm>
    </dsp:sp>
    <dsp:sp modelId="{19E5E81B-F551-4747-9545-8E83B997355B}">
      <dsp:nvSpPr>
        <dsp:cNvPr id="0" name=""/>
        <dsp:cNvSpPr/>
      </dsp:nvSpPr>
      <dsp:spPr>
        <a:xfrm>
          <a:off x="4110672" y="472"/>
          <a:ext cx="3346456" cy="2007873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Execute predefined actions (restart services, clear temp files, notify admins).</a:t>
          </a:r>
        </a:p>
      </dsp:txBody>
      <dsp:txXfrm>
        <a:off x="4110672" y="472"/>
        <a:ext cx="3346456" cy="2007873"/>
      </dsp:txXfrm>
    </dsp:sp>
    <dsp:sp modelId="{C6246BAD-FCCA-4E9C-98B6-F49FF38B4F2C}">
      <dsp:nvSpPr>
        <dsp:cNvPr id="0" name=""/>
        <dsp:cNvSpPr/>
      </dsp:nvSpPr>
      <dsp:spPr>
        <a:xfrm>
          <a:off x="429570" y="2342991"/>
          <a:ext cx="3346456" cy="2007873"/>
        </a:xfrm>
        <a:prstGeom prst="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Admin review and approval before execution (human-in-the-loop).</a:t>
          </a:r>
        </a:p>
      </dsp:txBody>
      <dsp:txXfrm>
        <a:off x="429570" y="2342991"/>
        <a:ext cx="3346456" cy="2007873"/>
      </dsp:txXfrm>
    </dsp:sp>
    <dsp:sp modelId="{A35A5382-C0E4-4207-9284-80D334BFAFD5}">
      <dsp:nvSpPr>
        <dsp:cNvPr id="0" name=""/>
        <dsp:cNvSpPr/>
      </dsp:nvSpPr>
      <dsp:spPr>
        <a:xfrm>
          <a:off x="4110672" y="2342991"/>
          <a:ext cx="3346456" cy="2007873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Capture feedback to refine and expand rule sets.</a:t>
          </a:r>
        </a:p>
      </dsp:txBody>
      <dsp:txXfrm>
        <a:off x="4110672" y="2342991"/>
        <a:ext cx="3346456" cy="20078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60F4E-4202-4DF1-965D-008551BB04CD}">
      <dsp:nvSpPr>
        <dsp:cNvPr id="0" name=""/>
        <dsp:cNvSpPr/>
      </dsp:nvSpPr>
      <dsp:spPr>
        <a:xfrm>
          <a:off x="0" y="613"/>
          <a:ext cx="8038854" cy="14365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E6714F-B719-4851-9731-D6B8E8009E73}">
      <dsp:nvSpPr>
        <dsp:cNvPr id="0" name=""/>
        <dsp:cNvSpPr/>
      </dsp:nvSpPr>
      <dsp:spPr>
        <a:xfrm>
          <a:off x="434560" y="323840"/>
          <a:ext cx="790109" cy="790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A6D0C6-E3D0-46ED-845A-E65142889FEF}">
      <dsp:nvSpPr>
        <dsp:cNvPr id="0" name=""/>
        <dsp:cNvSpPr/>
      </dsp:nvSpPr>
      <dsp:spPr>
        <a:xfrm>
          <a:off x="1659230" y="613"/>
          <a:ext cx="6379623" cy="143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036" tIns="152036" rIns="152036" bIns="152036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Technologies: PowerShell, Python, WMI, HTML/CSS/JSS/Power Bi.</a:t>
          </a:r>
        </a:p>
      </dsp:txBody>
      <dsp:txXfrm>
        <a:off x="1659230" y="613"/>
        <a:ext cx="6379623" cy="1436563"/>
      </dsp:txXfrm>
    </dsp:sp>
    <dsp:sp modelId="{AFEC97BA-FFA8-4368-B799-E8F85B01CE87}">
      <dsp:nvSpPr>
        <dsp:cNvPr id="0" name=""/>
        <dsp:cNvSpPr/>
      </dsp:nvSpPr>
      <dsp:spPr>
        <a:xfrm>
          <a:off x="0" y="1796318"/>
          <a:ext cx="8038854" cy="14365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709EC-BCAC-489A-AE73-420295D8E9DD}">
      <dsp:nvSpPr>
        <dsp:cNvPr id="0" name=""/>
        <dsp:cNvSpPr/>
      </dsp:nvSpPr>
      <dsp:spPr>
        <a:xfrm>
          <a:off x="434560" y="2119545"/>
          <a:ext cx="790109" cy="790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5F5EE7-96C6-4096-8A8F-5D9F62011FDA}">
      <dsp:nvSpPr>
        <dsp:cNvPr id="0" name=""/>
        <dsp:cNvSpPr/>
      </dsp:nvSpPr>
      <dsp:spPr>
        <a:xfrm>
          <a:off x="1659230" y="1796318"/>
          <a:ext cx="6379623" cy="143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036" tIns="152036" rIns="152036" bIns="152036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Tools: : Windows Event Viewer, Task Scheduler, audit/logging.</a:t>
          </a:r>
        </a:p>
      </dsp:txBody>
      <dsp:txXfrm>
        <a:off x="1659230" y="1796318"/>
        <a:ext cx="6379623" cy="1436563"/>
      </dsp:txXfrm>
    </dsp:sp>
    <dsp:sp modelId="{FA60EDCC-EF9D-42F0-818A-C7F4110FAAE5}">
      <dsp:nvSpPr>
        <dsp:cNvPr id="0" name=""/>
        <dsp:cNvSpPr/>
      </dsp:nvSpPr>
      <dsp:spPr>
        <a:xfrm>
          <a:off x="0" y="3592022"/>
          <a:ext cx="8038854" cy="14365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9D945-0047-48E2-8A17-D2A740A2B25F}">
      <dsp:nvSpPr>
        <dsp:cNvPr id="0" name=""/>
        <dsp:cNvSpPr/>
      </dsp:nvSpPr>
      <dsp:spPr>
        <a:xfrm>
          <a:off x="434560" y="3915249"/>
          <a:ext cx="790109" cy="790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F84DE-DE08-4603-BC7F-26C5C74F8D6C}">
      <dsp:nvSpPr>
        <dsp:cNvPr id="0" name=""/>
        <dsp:cNvSpPr/>
      </dsp:nvSpPr>
      <dsp:spPr>
        <a:xfrm>
          <a:off x="1659230" y="3592022"/>
          <a:ext cx="6379623" cy="14365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036" tIns="152036" rIns="152036" bIns="152036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Skills: Windows admin, automation scripting, event log analysis, HTML/CSS/JSS/Power bi, workflow design.</a:t>
          </a:r>
        </a:p>
      </dsp:txBody>
      <dsp:txXfrm>
        <a:off x="1659230" y="3592022"/>
        <a:ext cx="6379623" cy="1436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E6F53-B144-4DA7-B435-B100F1FBE612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D840A4-EE5B-40DE-BCD4-72A0FA6A9A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66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AI-generated content may be incorrect.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42BFD-247E-4C76-9394-926492D322AE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896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1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16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599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63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23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8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07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1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1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7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86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102" y="2286000"/>
            <a:ext cx="2955798" cy="13533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286" y="4251960"/>
            <a:ext cx="2283714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4FC6076-33D1-25E4-ECF0-EBA6547E6F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4286" y="0"/>
            <a:ext cx="4574286" cy="6858000"/>
          </a:xfrm>
          <a:prstGeom prst="rect">
            <a:avLst/>
          </a:pr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1630BD-E1B7-AF29-7C4B-B85965A099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84E9A52-4A3D-D4E9-EB81-3D3DF57174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BD33975-EBFD-2750-DA6E-80E55F7B5DC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5D84001-F520-4AD8-8668-0040A4F617EA}" type="datetime4">
              <a:rPr lang="en-US" smtClean="0"/>
              <a:t>December 8,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291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1163-E361-E90A-8BAD-DF86FBD91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5042D-7BD3-BA13-9A4C-A8E2FF4F8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3C8F8-F64E-9285-FA0A-2C130AF45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0F13C-5B52-5024-0679-406A2F40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F7F95-BF2D-C494-3BAC-AF30761E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12278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C99C-E129-4BDE-AED2-AC952EC1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0A4BC-76B0-B9E7-034C-47F51CBFF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D671B-41D0-828B-CE90-69A066329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682A4-51C0-36DC-BD36-7027C7CC1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EF171-73F1-375F-C3DC-D1DAE998B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1272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9C98-954F-0CF5-A546-2D4713138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B424D-00EA-D2E3-B2C6-D4BF5BA1E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E5C15-155F-5642-6765-CB316940C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C37A4-77CA-ED24-420B-C5E9DC41B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BB4BE-CE0E-0219-5ECD-C304E0D88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9736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96D20-EB93-E6B5-FEAD-FC4B8DD15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A021D-33D9-DF27-E0A3-E1122EE93A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1CE6E-62BD-46F6-8A27-67FB95D31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918912-F08D-0D01-628F-0BCD39D6B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5287A-5D77-5D6C-2908-86A0BD6F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EB5B1-72D3-C0B3-EA01-FC3EE3169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860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B3775-6FEF-CFE8-A06A-F1D97932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211D-A9B8-E4BD-EDE3-746508D55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6F67C-4A30-0521-F066-B429804AE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C38868-532B-A2DD-3CCB-881B0ABB8D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6C1C3-4E84-81DD-C124-26EB4A1E0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2C2524-1BC4-07C3-8D63-B7C9134F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A05B9-93D3-05C5-DEAB-D1731BBF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42D6E6-6E46-EFAD-1D3F-56D98FB0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178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54C7-C614-F85D-8731-EC3F9D2B2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299C9-7778-DE6D-6770-B29EBA01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CB386-F940-461F-A152-905D02CFF5A2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B143D-BD56-8355-9A7B-9A9E9EB2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1F16C-042B-E256-6F2C-43BB1E93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633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CFC295-CC7E-3E29-29D4-4EC585F1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3EA77D-4E6E-4829-52CE-C05DB1B4C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20CBD-F026-5A3F-03A9-ABE01D469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80064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24E6-B9F4-CA1A-51CB-83C77EBA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F1E0A-23C3-7627-A188-1BF797C80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62155-916F-E2B5-75AB-E60B9948C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F5449-2CA3-C088-CA1C-678A5718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DBDE7-FECA-47E1-B2CA-19C097F5DD78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2CA6C-BD3E-3459-5363-B9E5CCB1C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BA5F4-2400-9DAD-39D6-F31F499D2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810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4E6AE-178D-5842-633E-BA95B76D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D16417-3760-F0A1-1A4A-F1311BE9B7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08763-A5CC-A351-3FB4-9D8D52B18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2522E-2CB2-35CC-DBDB-47489C8A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145F4-60D7-F31F-DBD1-AE89BB1CB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5FCC6-7FA7-78F8-B28A-3CE2F796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10312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63B70-358F-B84E-66A9-FF4C776CE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94D05-F73A-B79D-8832-4A9A2F7FD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B1463A-33E6-B268-4C04-24C3E2F81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C9FA1-4A7C-9409-7B83-7A2E4768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ACC77-C8F7-C9CF-B08D-41D874EE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5587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A28A5-CF85-7806-201D-17F0A4741D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47244-079E-E618-1196-41ABFEDF86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C4F29-3FFD-A2B5-DEEE-F34BAEFD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79A86-CD40-1A4B-D80B-913B5500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9229E-8761-7638-4054-E3583F37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3976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102" y="2286000"/>
            <a:ext cx="2955798" cy="135331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lnSpc>
                <a:spcPct val="120000"/>
              </a:lnSpc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286" y="4251960"/>
            <a:ext cx="2283714" cy="87782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4FC6076-33D1-25E4-ECF0-EBA6547E6F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4286" y="0"/>
            <a:ext cx="4574286" cy="6858000"/>
          </a:xfrm>
          <a:prstGeom prst="rect">
            <a:avLst/>
          </a:prstGeo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AC1630BD-E1B7-AF29-7C4B-B85965A099D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r"/>
            <a:r>
              <a:rPr lang="en-US" dirty="0"/>
              <a:t>Sample Footer 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84E9A52-4A3D-D4E9-EB81-3D3DF57174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BBD33975-EBFD-2750-DA6E-80E55F7B5DC4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25D84001-F520-4AD8-8668-0040A4F617EA}" type="datetime4">
              <a:rPr lang="en-US" smtClean="0"/>
              <a:t>December 8,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2322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E0D260-A526-F079-44B3-C9B03816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7186" y="758952"/>
            <a:ext cx="2881598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1"/>
            <a:ext cx="5126366" cy="6857999"/>
          </a:xfrm>
          <a:prstGeom prst="rect">
            <a:avLst/>
          </a:pr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77187" y="2258568"/>
            <a:ext cx="2775298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FD3D564-0365-46F9-82BC-CDD300CEFE62}" type="datetime4">
              <a:rPr lang="en-US" smtClean="0"/>
              <a:t>December 8,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399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758952"/>
            <a:ext cx="2778728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20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9487" y="2258568"/>
            <a:ext cx="2778728" cy="3840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7425CE9-1989-E4AC-20C4-20216538CD6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02423" y="758952"/>
            <a:ext cx="4770078" cy="5330952"/>
          </a:xfrm>
          <a:prstGeom prst="rect">
            <a:avLst/>
          </a:pr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r"/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7397E9B-E8AE-4203-8459-BAC5DBFA1928}" type="datetime4">
              <a:rPr lang="en-US" smtClean="0"/>
              <a:t>December 8,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F04DE9B-00A7-2020-4385-0B94AAD6A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457200"/>
            <a:ext cx="8051292" cy="92354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C02181-FA39-ABBD-5759-8846E0FE79F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9486" y="1892808"/>
            <a:ext cx="2290572" cy="4206240"/>
          </a:xfrm>
          <a:prstGeom prst="rect">
            <a:avLst/>
          </a:pr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40964" y="1755648"/>
            <a:ext cx="5369814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>
              <a:lnSpc>
                <a:spcPct val="13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3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3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3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3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24D8FCC-5F89-BD9A-1A9F-45F99E8917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518654" y="1655064"/>
            <a:ext cx="2670048" cy="274320"/>
          </a:xfrm>
          <a:prstGeom prst="rect">
            <a:avLst/>
          </a:prstGeom>
        </p:spPr>
        <p:txBody>
          <a:bodyPr/>
          <a:lstStyle/>
          <a:p>
            <a:pPr algn="r"/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0387031-1FAB-58C5-4405-B9154D8D4E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20506" y="3218688"/>
            <a:ext cx="473202" cy="429768"/>
          </a:xfrm>
          <a:prstGeom prst="rect">
            <a:avLst/>
          </a:prstGeom>
        </p:spPr>
        <p:txBody>
          <a:bodyPr/>
          <a:lstStyle/>
          <a:p>
            <a:pPr algn="ctr"/>
            <a:fld id="{CC057153-B650-4DEB-B370-79DDCFDCE934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C80B3-DCFA-D45D-AE8E-A26A743D969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518654" y="4937760"/>
            <a:ext cx="2670048" cy="274320"/>
          </a:xfrm>
          <a:prstGeom prst="rect">
            <a:avLst/>
          </a:prstGeom>
        </p:spPr>
        <p:txBody>
          <a:bodyPr/>
          <a:lstStyle/>
          <a:p>
            <a:fld id="{DF247505-D930-4024-8CFE-611E51146D16}" type="datetime4">
              <a:rPr lang="en-US" smtClean="0"/>
              <a:t>December 8, 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82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52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3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A086EB-07ED-913C-56A9-5E26319E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C1DB8-9284-38CA-3C9C-F1AFB98C4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B2E2D-7C31-325D-D24D-D10989E37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11648-0C4F-47A6-87C5-F11B07111556}" type="datetime4">
              <a:rPr lang="en-US" smtClean="0"/>
              <a:t>December 8,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22780-B70A-F5E6-A728-495F8F22C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r"/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A5EBC-05B6-1ECB-7001-6B66D3252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ctr"/>
            <a:fld id="{8D252C1B-CBF0-4A4D-8F57-7FB989103249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7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7" r:id="rId13"/>
    <p:sldLayoutId id="2147483728" r:id="rId14"/>
    <p:sldLayoutId id="2147483729" r:id="rId1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jpeg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001AD-E4F7-C4FF-2849-2F20778AC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  <a:defRPr sz="4400" b="1">
                <a:solidFill>
                  <a:srgbClr val="FFFFFF"/>
                </a:solidFill>
              </a:defRPr>
            </a:pPr>
            <a:r>
              <a:rPr lang="en-US" sz="5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Rule-Based Auto Remediation for Known Issues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5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rPr lang="en-US" dirty="0"/>
              <a:t>Rule-Based Auto Remediation for Known Issues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0" y="591344"/>
            <a:ext cx="5389895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200" dirty="0"/>
              <a:t>Rule-based engine automates fixes for repetitive Windows Event Viewer alerts.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200" dirty="0"/>
              <a:t>Manual intervention is slow and error-prone; automation boosts speed and reliability.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200" dirty="0"/>
              <a:t>Human-in-the-loop ensures safe execution and auditability.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200" dirty="0"/>
              <a:t>Aligned with Unisys vision for resilient, efficient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45" y="1070800"/>
            <a:ext cx="2954766" cy="5583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F4E79"/>
                </a:solidFill>
              </a:defRPr>
            </a:pPr>
            <a:r>
              <a:rPr lang="en-US" sz="6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 in Current Alert Handling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extBox 2">
            <a:extLst>
              <a:ext uri="{FF2B5EF4-FFF2-40B4-BE49-F238E27FC236}">
                <a16:creationId xmlns:a16="http://schemas.microsoft.com/office/drawing/2014/main" id="{C52F2185-C764-CCAE-A0EC-0329B199E4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422208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C8F1991-35C3-40EA-F862-28C689B10C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F4E79"/>
                </a:solidFill>
              </a:defRPr>
            </a:pPr>
            <a:r>
              <a:rPr lang="en-US" sz="4400">
                <a:latin typeface="+mj-lt"/>
                <a:ea typeface="+mj-ea"/>
                <a:cs typeface="+mj-cs"/>
              </a:rPr>
              <a:t>Goals of the Rule-Based System</a:t>
            </a:r>
          </a:p>
        </p:txBody>
      </p:sp>
      <p:graphicFrame>
        <p:nvGraphicFramePr>
          <p:cNvPr id="15" name="TextBox 2">
            <a:extLst>
              <a:ext uri="{FF2B5EF4-FFF2-40B4-BE49-F238E27FC236}">
                <a16:creationId xmlns:a16="http://schemas.microsoft.com/office/drawing/2014/main" id="{9ACEC9E7-17E4-9B92-C2F9-C7193C99A8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649776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79161" y="639193"/>
            <a:ext cx="2678858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F4E79"/>
                </a:solidFill>
              </a:defRPr>
            </a:pP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Rule-Based Remediation Workflow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4409267"/>
            <a:ext cx="2441321" cy="18288"/>
          </a:xfrm>
          <a:custGeom>
            <a:avLst/>
            <a:gdLst>
              <a:gd name="connsiteX0" fmla="*/ 0 w 2441321"/>
              <a:gd name="connsiteY0" fmla="*/ 0 h 18288"/>
              <a:gd name="connsiteX1" fmla="*/ 585917 w 2441321"/>
              <a:gd name="connsiteY1" fmla="*/ 0 h 18288"/>
              <a:gd name="connsiteX2" fmla="*/ 1196247 w 2441321"/>
              <a:gd name="connsiteY2" fmla="*/ 0 h 18288"/>
              <a:gd name="connsiteX3" fmla="*/ 1806578 w 2441321"/>
              <a:gd name="connsiteY3" fmla="*/ 0 h 18288"/>
              <a:gd name="connsiteX4" fmla="*/ 2441321 w 2441321"/>
              <a:gd name="connsiteY4" fmla="*/ 0 h 18288"/>
              <a:gd name="connsiteX5" fmla="*/ 2441321 w 2441321"/>
              <a:gd name="connsiteY5" fmla="*/ 18288 h 18288"/>
              <a:gd name="connsiteX6" fmla="*/ 1830991 w 2441321"/>
              <a:gd name="connsiteY6" fmla="*/ 18288 h 18288"/>
              <a:gd name="connsiteX7" fmla="*/ 1269487 w 2441321"/>
              <a:gd name="connsiteY7" fmla="*/ 18288 h 18288"/>
              <a:gd name="connsiteX8" fmla="*/ 707983 w 2441321"/>
              <a:gd name="connsiteY8" fmla="*/ 18288 h 18288"/>
              <a:gd name="connsiteX9" fmla="*/ 0 w 2441321"/>
              <a:gd name="connsiteY9" fmla="*/ 18288 h 18288"/>
              <a:gd name="connsiteX10" fmla="*/ 0 w 2441321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7A900A-AB9D-D308-E76F-6AE5AE778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0722" y="820928"/>
            <a:ext cx="5410962" cy="5102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7200"/>
            <a:ext cx="10789920" cy="640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Core Components and Skills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2926080"/>
            <a:ext cx="822960" cy="822960"/>
          </a:xfrm>
          <a:prstGeom prst="ellipse">
            <a:avLst/>
          </a:prstGeom>
          <a:solidFill>
            <a:srgbClr val="EBF0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Event Viewer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2926080"/>
            <a:ext cx="822960" cy="822960"/>
          </a:xfrm>
          <a:prstGeom prst="ellipse">
            <a:avLst/>
          </a:prstGeom>
          <a:solidFill>
            <a:srgbClr val="EBF0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606040" y="38404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PowerShell</a:t>
            </a:r>
          </a:p>
        </p:txBody>
      </p:sp>
      <p:sp>
        <p:nvSpPr>
          <p:cNvPr id="8" name="Oval 7"/>
          <p:cNvSpPr/>
          <p:nvPr/>
        </p:nvSpPr>
        <p:spPr>
          <a:xfrm>
            <a:off x="4663440" y="2926080"/>
            <a:ext cx="822960" cy="822960"/>
          </a:xfrm>
          <a:prstGeom prst="ellipse">
            <a:avLst/>
          </a:prstGeom>
          <a:solidFill>
            <a:srgbClr val="EBF0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79" y="38404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Python</a:t>
            </a:r>
          </a:p>
        </p:txBody>
      </p:sp>
      <p:sp>
        <p:nvSpPr>
          <p:cNvPr id="10" name="Oval 9"/>
          <p:cNvSpPr/>
          <p:nvPr/>
        </p:nvSpPr>
        <p:spPr>
          <a:xfrm>
            <a:off x="6583680" y="2926080"/>
            <a:ext cx="822960" cy="822960"/>
          </a:xfrm>
          <a:prstGeom prst="ellipse">
            <a:avLst/>
          </a:prstGeom>
          <a:solidFill>
            <a:srgbClr val="EBF0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84048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WMI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114800"/>
            <a:ext cx="822960" cy="822960"/>
          </a:xfrm>
          <a:prstGeom prst="ellipse">
            <a:avLst/>
          </a:prstGeom>
          <a:solidFill>
            <a:srgbClr val="EBF0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50292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Scheduler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0" y="4114800"/>
            <a:ext cx="822960" cy="822960"/>
          </a:xfrm>
          <a:prstGeom prst="ellipse">
            <a:avLst/>
          </a:prstGeom>
          <a:solidFill>
            <a:srgbClr val="EBF0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50292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Incident Mgmt</a:t>
            </a:r>
          </a:p>
        </p:txBody>
      </p:sp>
      <p:sp>
        <p:nvSpPr>
          <p:cNvPr id="16" name="Oval 15"/>
          <p:cNvSpPr/>
          <p:nvPr/>
        </p:nvSpPr>
        <p:spPr>
          <a:xfrm>
            <a:off x="4663440" y="4114800"/>
            <a:ext cx="822960" cy="822960"/>
          </a:xfrm>
          <a:prstGeom prst="ellipse">
            <a:avLst/>
          </a:prstGeom>
          <a:solidFill>
            <a:srgbClr val="EBF0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79" y="50292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Audit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4114800"/>
            <a:ext cx="822960" cy="822960"/>
          </a:xfrm>
          <a:prstGeom prst="ellipse">
            <a:avLst/>
          </a:prstGeom>
          <a:solidFill>
            <a:srgbClr val="EBF0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5029200"/>
            <a:ext cx="1097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Monitoring</a:t>
            </a:r>
          </a:p>
        </p:txBody>
      </p:sp>
      <p:graphicFrame>
        <p:nvGraphicFramePr>
          <p:cNvPr id="21" name="TextBox 2">
            <a:extLst>
              <a:ext uri="{FF2B5EF4-FFF2-40B4-BE49-F238E27FC236}">
                <a16:creationId xmlns:a16="http://schemas.microsoft.com/office/drawing/2014/main" id="{B22E64C8-DEC4-6ACE-3827-B01E1FEB7D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319974"/>
              </p:ext>
            </p:extLst>
          </p:nvPr>
        </p:nvGraphicFramePr>
        <p:xfrm>
          <a:off x="731520" y="1280160"/>
          <a:ext cx="8038854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35526"/>
            <a:ext cx="10789920" cy="640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Deliverables &amp; Milestones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554480"/>
            <a:ext cx="320040" cy="320040"/>
          </a:xfrm>
          <a:prstGeom prst="ellipse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1234440" y="1508760"/>
            <a:ext cx="635680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43E"/>
                </a:solidFill>
              </a:defRPr>
            </a:pPr>
            <a:r>
              <a:rPr sz="2400" dirty="0"/>
              <a:t>✔ Working automation product for known issues.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03120"/>
            <a:ext cx="320040" cy="320040"/>
          </a:xfrm>
          <a:prstGeom prst="ellipse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1234440" y="2057400"/>
            <a:ext cx="711682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43E"/>
                </a:solidFill>
              </a:defRPr>
            </a:pPr>
            <a:r>
              <a:rPr sz="2400"/>
              <a:t>✔ Configurable rules engine mapping events to actions.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651760"/>
            <a:ext cx="320040" cy="320040"/>
          </a:xfrm>
          <a:prstGeom prst="ellipse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1234440" y="2606040"/>
            <a:ext cx="793371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43E"/>
                </a:solidFill>
              </a:defRPr>
            </a:pPr>
            <a:r>
              <a:rPr sz="2400" dirty="0"/>
              <a:t>✔ Admin review/approval workflow for all automated actions.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00400"/>
            <a:ext cx="320040" cy="320040"/>
          </a:xfrm>
          <a:prstGeom prst="ellipse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644471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43E"/>
                </a:solidFill>
              </a:defRPr>
            </a:pPr>
            <a:r>
              <a:rPr sz="2400" dirty="0"/>
              <a:t>✔ Comprehensive incident logging and escalation.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49039"/>
            <a:ext cx="320040" cy="320040"/>
          </a:xfrm>
          <a:prstGeom prst="ellipse">
            <a:avLst/>
          </a:prstGeom>
          <a:solidFill>
            <a:srgbClr val="1F4E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744697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D343E"/>
                </a:solidFill>
              </a:defRPr>
            </a:pPr>
            <a:r>
              <a:rPr sz="2400" dirty="0"/>
              <a:t>✔ Documentation &amp; best practices for extending rule 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2335-1745-6B2F-9E9D-EAF195A11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E13FBE-CAB5-F4A1-7329-D2F103184A50}"/>
              </a:ext>
            </a:extLst>
          </p:cNvPr>
          <p:cNvSpPr txBox="1"/>
          <p:nvPr/>
        </p:nvSpPr>
        <p:spPr>
          <a:xfrm>
            <a:off x="731520" y="335526"/>
            <a:ext cx="10789920" cy="6400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dirty="0"/>
              <a:t>Deliverables &amp; Milestones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2A98DE-505F-EAFD-1983-882FFA855AF2}"/>
              </a:ext>
            </a:extLst>
          </p:cNvPr>
          <p:cNvSpPr/>
          <p:nvPr/>
        </p:nvSpPr>
        <p:spPr>
          <a:xfrm>
            <a:off x="822960" y="2783840"/>
            <a:ext cx="8229600" cy="137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A359D6-F6AD-2CE3-ACBD-110D10767675}"/>
              </a:ext>
            </a:extLst>
          </p:cNvPr>
          <p:cNvSpPr/>
          <p:nvPr/>
        </p:nvSpPr>
        <p:spPr>
          <a:xfrm>
            <a:off x="731520" y="2692400"/>
            <a:ext cx="320040" cy="320040"/>
          </a:xfrm>
          <a:prstGeom prst="ellipse">
            <a:avLst/>
          </a:prstGeom>
          <a:solidFill>
            <a:srgbClr val="EBF0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A49820-2B8D-96B9-6992-013DB013C20C}"/>
              </a:ext>
            </a:extLst>
          </p:cNvPr>
          <p:cNvSpPr txBox="1"/>
          <p:nvPr/>
        </p:nvSpPr>
        <p:spPr>
          <a:xfrm>
            <a:off x="320040" y="3027679"/>
            <a:ext cx="14630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rPr dirty="0"/>
              <a:t>POC (Disk/Service/Driver/Security)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67A176E-F325-D8E9-F8B6-A4892E6FA6B4}"/>
              </a:ext>
            </a:extLst>
          </p:cNvPr>
          <p:cNvSpPr/>
          <p:nvPr/>
        </p:nvSpPr>
        <p:spPr>
          <a:xfrm>
            <a:off x="3474720" y="2692400"/>
            <a:ext cx="320040" cy="320040"/>
          </a:xfrm>
          <a:prstGeom prst="ellipse">
            <a:avLst/>
          </a:prstGeom>
          <a:solidFill>
            <a:srgbClr val="EBF0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A03CB2-4B1B-5921-4860-AD3F6C2A7418}"/>
              </a:ext>
            </a:extLst>
          </p:cNvPr>
          <p:cNvSpPr txBox="1"/>
          <p:nvPr/>
        </p:nvSpPr>
        <p:spPr>
          <a:xfrm>
            <a:off x="2926080" y="3058160"/>
            <a:ext cx="1148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rPr dirty="0"/>
              <a:t>Validation Workflow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38DAB58-EB66-8CB2-882B-D1726E2C3917}"/>
              </a:ext>
            </a:extLst>
          </p:cNvPr>
          <p:cNvSpPr/>
          <p:nvPr/>
        </p:nvSpPr>
        <p:spPr>
          <a:xfrm>
            <a:off x="5775960" y="2623820"/>
            <a:ext cx="320040" cy="320040"/>
          </a:xfrm>
          <a:prstGeom prst="ellipse">
            <a:avLst/>
          </a:prstGeom>
          <a:solidFill>
            <a:srgbClr val="EBF0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F4278F-D372-8043-2186-04D624BCBB58}"/>
              </a:ext>
            </a:extLst>
          </p:cNvPr>
          <p:cNvSpPr txBox="1"/>
          <p:nvPr/>
        </p:nvSpPr>
        <p:spPr>
          <a:xfrm>
            <a:off x="5257800" y="3042920"/>
            <a:ext cx="990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rPr dirty="0"/>
              <a:t>Rule Set Expansion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5EF04F8-0894-D39A-0AB2-B5D16D37BD9A}"/>
              </a:ext>
            </a:extLst>
          </p:cNvPr>
          <p:cNvSpPr/>
          <p:nvPr/>
        </p:nvSpPr>
        <p:spPr>
          <a:xfrm>
            <a:off x="8252460" y="2669540"/>
            <a:ext cx="320040" cy="320040"/>
          </a:xfrm>
          <a:prstGeom prst="ellipse">
            <a:avLst/>
          </a:prstGeom>
          <a:solidFill>
            <a:srgbClr val="EBF0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A81C0F-556C-528B-A639-7C9E45B882E4}"/>
              </a:ext>
            </a:extLst>
          </p:cNvPr>
          <p:cNvSpPr txBox="1"/>
          <p:nvPr/>
        </p:nvSpPr>
        <p:spPr>
          <a:xfrm>
            <a:off x="7678420" y="3063240"/>
            <a:ext cx="1148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rPr dirty="0"/>
              <a:t>Enterprise Scale-Up</a:t>
            </a:r>
          </a:p>
        </p:txBody>
      </p:sp>
    </p:spTree>
    <p:extLst>
      <p:ext uri="{BB962C8B-B14F-4D97-AF65-F5344CB8AC3E}">
        <p14:creationId xmlns:p14="http://schemas.microsoft.com/office/powerpoint/2010/main" val="153306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F4E79"/>
                </a:solidFill>
              </a:defRPr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Benefits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600" dirty="0"/>
              <a:t>Faster resolution, reduced manual effort, improved resilience.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600" dirty="0"/>
              <a:t>Integrate admin validation; ensure traceability and auditability.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600" dirty="0"/>
              <a:t>Expand rule coverage based on feedback and incident data.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600" dirty="0"/>
              <a:t>Continuous monitoring and iterative improvement.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15125" y="1153572"/>
            <a:ext cx="24003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800" b="1">
                <a:solidFill>
                  <a:srgbClr val="1F4E79"/>
                </a:solidFill>
              </a:defRPr>
            </a:pP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Strategic Importance to Unisys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35481" y="591344"/>
            <a:ext cx="5179868" cy="55856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200" dirty="0"/>
              <a:t>Reduce MTTR for critical alerts and lower operational costs.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200" dirty="0"/>
              <a:t>Enhance reliability and customer satisfaction.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200" dirty="0"/>
              <a:t>Free support teams to focus on complex, value-added tasks.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2D343E"/>
                </a:solidFill>
              </a:defRPr>
            </a:pPr>
            <a:r>
              <a:rPr lang="en-US" sz="3200" dirty="0"/>
              <a:t>Strengthen leadership in intelligent infrastructure automation.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2D45EE4-C4F0-4F72-B1C6-39F596D13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459BAD-4279-4A9D-B0C5-662C5F5ED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1696472" y="-729002"/>
            <a:ext cx="5649003" cy="7988753"/>
          </a:xfrm>
          <a:custGeom>
            <a:avLst/>
            <a:gdLst>
              <a:gd name="connsiteX0" fmla="*/ 0 w 5649003"/>
              <a:gd name="connsiteY0" fmla="*/ 3994377 h 7988753"/>
              <a:gd name="connsiteX1" fmla="*/ 2824502 w 5649003"/>
              <a:gd name="connsiteY1" fmla="*/ 0 h 7988753"/>
              <a:gd name="connsiteX2" fmla="*/ 5649004 w 5649003"/>
              <a:gd name="connsiteY2" fmla="*/ 3994377 h 7988753"/>
              <a:gd name="connsiteX3" fmla="*/ 2824502 w 5649003"/>
              <a:gd name="connsiteY3" fmla="*/ 7988754 h 7988753"/>
              <a:gd name="connsiteX4" fmla="*/ 0 w 5649003"/>
              <a:gd name="connsiteY4" fmla="*/ 3994377 h 798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9003" h="7988753" fill="none" extrusionOk="0">
                <a:moveTo>
                  <a:pt x="0" y="3994377"/>
                </a:moveTo>
                <a:cubicBezTo>
                  <a:pt x="186946" y="1724370"/>
                  <a:pt x="1438121" y="-52385"/>
                  <a:pt x="2824502" y="0"/>
                </a:cubicBezTo>
                <a:cubicBezTo>
                  <a:pt x="4573533" y="-25557"/>
                  <a:pt x="5524760" y="1760129"/>
                  <a:pt x="5649004" y="3994377"/>
                </a:cubicBezTo>
                <a:cubicBezTo>
                  <a:pt x="5518761" y="6222535"/>
                  <a:pt x="4285196" y="8231096"/>
                  <a:pt x="2824502" y="7988754"/>
                </a:cubicBezTo>
                <a:cubicBezTo>
                  <a:pt x="1332602" y="8079924"/>
                  <a:pt x="181951" y="6393158"/>
                  <a:pt x="0" y="3994377"/>
                </a:cubicBezTo>
                <a:close/>
              </a:path>
              <a:path w="5649003" h="7988753" stroke="0" extrusionOk="0">
                <a:moveTo>
                  <a:pt x="0" y="3994377"/>
                </a:moveTo>
                <a:cubicBezTo>
                  <a:pt x="-54350" y="1735993"/>
                  <a:pt x="1351726" y="167869"/>
                  <a:pt x="2824502" y="0"/>
                </a:cubicBezTo>
                <a:cubicBezTo>
                  <a:pt x="4343116" y="-29476"/>
                  <a:pt x="5695592" y="2113332"/>
                  <a:pt x="5649004" y="3994377"/>
                </a:cubicBezTo>
                <a:cubicBezTo>
                  <a:pt x="5518596" y="6213441"/>
                  <a:pt x="4081190" y="7959286"/>
                  <a:pt x="2824502" y="7988754"/>
                </a:cubicBezTo>
                <a:cubicBezTo>
                  <a:pt x="1192166" y="7815502"/>
                  <a:pt x="-92001" y="6198372"/>
                  <a:pt x="0" y="3994377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3743190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58A3A-A254-E5F5-8DDC-0252D5F7AFF0}"/>
              </a:ext>
            </a:extLst>
          </p:cNvPr>
          <p:cNvSpPr txBox="1">
            <a:spLocks/>
          </p:cNvSpPr>
          <p:nvPr/>
        </p:nvSpPr>
        <p:spPr>
          <a:xfrm>
            <a:off x="1549908" y="1911096"/>
            <a:ext cx="6041898" cy="20766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rPr lang="en-US" sz="5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0953BC39-9D68-40BE-BF3C-5C4EB782A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29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3EE55665085B40AB4F0444BB27B184" ma:contentTypeVersion="11" ma:contentTypeDescription="Create a new document." ma:contentTypeScope="" ma:versionID="91e206bfdc7251b3575586707f47168c">
  <xsd:schema xmlns:xsd="http://www.w3.org/2001/XMLSchema" xmlns:xs="http://www.w3.org/2001/XMLSchema" xmlns:p="http://schemas.microsoft.com/office/2006/metadata/properties" xmlns:ns2="6f2d5cd3-7b2b-4f5f-adf3-af969991b67c" xmlns:ns3="7b1f2e49-0389-4465-9d5b-de45e3bfac3b" targetNamespace="http://schemas.microsoft.com/office/2006/metadata/properties" ma:root="true" ma:fieldsID="3d6e562ab461c85ff20eecc8c445ae57" ns2:_="" ns3:_="">
    <xsd:import namespace="6f2d5cd3-7b2b-4f5f-adf3-af969991b67c"/>
    <xsd:import namespace="7b1f2e49-0389-4465-9d5b-de45e3bfac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d5cd3-7b2b-4f5f-adf3-af969991b6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eb4160d2-9582-4548-8bf8-167aea3dec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f2e49-0389-4465-9d5b-de45e3bfac3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60611E5-05D2-4388-887F-1CDEACA99FCB}" ma:internalName="TaxCatchAll" ma:showField="CatchAllData" ma:web="{dda3943f-624d-4ec4-a733-3a348bce2e4a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2d5cd3-7b2b-4f5f-adf3-af969991b67c">
      <Terms xmlns="http://schemas.microsoft.com/office/infopath/2007/PartnerControls"/>
    </lcf76f155ced4ddcb4097134ff3c332f>
    <TaxCatchAll xmlns="7b1f2e49-0389-4465-9d5b-de45e3bfac3b" xsi:nil="true"/>
  </documentManagement>
</p:properties>
</file>

<file path=customXml/itemProps1.xml><?xml version="1.0" encoding="utf-8"?>
<ds:datastoreItem xmlns:ds="http://schemas.openxmlformats.org/officeDocument/2006/customXml" ds:itemID="{D31E78A1-93B3-4652-97C5-D1930A0DDEB8}"/>
</file>

<file path=customXml/itemProps2.xml><?xml version="1.0" encoding="utf-8"?>
<ds:datastoreItem xmlns:ds="http://schemas.openxmlformats.org/officeDocument/2006/customXml" ds:itemID="{6185610D-20DF-4B97-9D67-FED9A008BE4C}"/>
</file>

<file path=customXml/itemProps3.xml><?xml version="1.0" encoding="utf-8"?>
<ds:datastoreItem xmlns:ds="http://schemas.openxmlformats.org/officeDocument/2006/customXml" ds:itemID="{3BB4F2AD-19C3-4CE5-A89D-C3CB7A21573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</TotalTime>
  <Words>377</Words>
  <Application>Microsoft Office PowerPoint</Application>
  <PresentationFormat>On-screen Show (4:3)</PresentationFormat>
  <Paragraphs>53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Office 2013 - 2022 Theme</vt:lpstr>
      <vt:lpstr>Office Theme</vt:lpstr>
      <vt:lpstr>Rule-Based Auto Remediation for Known Issues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Kerur, Santhoshkumar</cp:lastModifiedBy>
  <cp:revision>3</cp:revision>
  <dcterms:created xsi:type="dcterms:W3CDTF">2013-01-27T09:14:16Z</dcterms:created>
  <dcterms:modified xsi:type="dcterms:W3CDTF">2025-12-08T12:09:57Z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db9a13-1863-41b3-8b22-1d13cfb78409_Enabled">
    <vt:lpwstr>true</vt:lpwstr>
  </property>
  <property fmtid="{D5CDD505-2E9C-101B-9397-08002B2CF9AE}" pid="3" name="MSIP_Label_c8db9a13-1863-41b3-8b22-1d13cfb78409_SetDate">
    <vt:lpwstr>2025-12-08T06:45:03Z</vt:lpwstr>
  </property>
  <property fmtid="{D5CDD505-2E9C-101B-9397-08002B2CF9AE}" pid="4" name="MSIP_Label_c8db9a13-1863-41b3-8b22-1d13cfb78409_Method">
    <vt:lpwstr>Privileged</vt:lpwstr>
  </property>
  <property fmtid="{D5CDD505-2E9C-101B-9397-08002B2CF9AE}" pid="5" name="MSIP_Label_c8db9a13-1863-41b3-8b22-1d13cfb78409_Name">
    <vt:lpwstr>Confidential</vt:lpwstr>
  </property>
  <property fmtid="{D5CDD505-2E9C-101B-9397-08002B2CF9AE}" pid="6" name="MSIP_Label_c8db9a13-1863-41b3-8b22-1d13cfb78409_SiteId">
    <vt:lpwstr>8d894c2b-238f-490b-8dd1-d93898c5bf83</vt:lpwstr>
  </property>
  <property fmtid="{D5CDD505-2E9C-101B-9397-08002B2CF9AE}" pid="7" name="MSIP_Label_c8db9a13-1863-41b3-8b22-1d13cfb78409_ActionId">
    <vt:lpwstr>e07dd782-a08f-4fea-9472-514d04c96bb6</vt:lpwstr>
  </property>
  <property fmtid="{D5CDD505-2E9C-101B-9397-08002B2CF9AE}" pid="8" name="MSIP_Label_c8db9a13-1863-41b3-8b22-1d13cfb78409_ContentBits">
    <vt:lpwstr>0</vt:lpwstr>
  </property>
  <property fmtid="{D5CDD505-2E9C-101B-9397-08002B2CF9AE}" pid="9" name="MSIP_Label_c8db9a13-1863-41b3-8b22-1d13cfb78409_Tag">
    <vt:lpwstr>10, 0, 1, 1</vt:lpwstr>
  </property>
  <property fmtid="{D5CDD505-2E9C-101B-9397-08002B2CF9AE}" pid="10" name="ContentTypeId">
    <vt:lpwstr>0x010100733EE55665085B40AB4F0444BB27B184</vt:lpwstr>
  </property>
</Properties>
</file>